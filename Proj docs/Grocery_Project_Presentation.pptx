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Grocery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Full-stack grocery platform</a:t>
            </a:r>
          </a:p>
          <a:p>
            <a:pPr/>
            <a:r>
              <a:t>Customer shopping + admin inventory</a:t>
            </a:r>
          </a:p>
          <a:p>
            <a:pPr/>
            <a:r>
              <a:t>Real-time stock &amp; discount updates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Category-wise product listing</a:t>
            </a:r>
          </a:p>
          <a:p>
            <a:pPr/>
            <a:r>
              <a:t>Add to cart with quantity update</a:t>
            </a:r>
          </a:p>
          <a:p>
            <a:pPr/>
            <a:r>
              <a:t>Search with auto-suggestions</a:t>
            </a:r>
          </a:p>
          <a:p>
            <a:pPr/>
            <a:r>
              <a:t>Discount &amp; stock badges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Panel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Login system</a:t>
            </a:r>
          </a:p>
          <a:p>
            <a:pPr/>
            <a:r>
              <a:t>Add / Update / Delete items</a:t>
            </a:r>
          </a:p>
          <a:p>
            <a:pPr/>
            <a:r>
              <a:t>Update stock &amp; discount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SQLite backend</a:t>
            </a:r>
          </a:p>
          <a:p>
            <a:pPr/>
            <a:r>
              <a:t>Items table</a:t>
            </a:r>
          </a:p>
          <a:p>
            <a:pPr/>
            <a:r>
              <a:t>Cart table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Online payment</a:t>
            </a:r>
          </a:p>
          <a:p>
            <a:pPr/>
            <a:r>
              <a:t>User login system</a:t>
            </a:r>
          </a:p>
          <a:p>
            <a:pPr/>
            <a:r>
              <a:t>Order tracking</a:t>
            </a:r>
          </a:p>
          <a:p>
            <a:pPr/>
            <a:r>
              <a:t>Wishlist &amp;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